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1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4C55-BB64-8C51-2E4E-C0858BB62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616A0-885B-D44D-E9A9-44C5E98F7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4D9B4-207C-039C-249B-42C31C5F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F0EEF-6869-FDFB-A4AA-1CD15F0B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1816-2E3A-82A8-BAF3-4BCA0F73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6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A460-79AB-5529-B783-0CF689E2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1062-5C91-20AD-0331-E636058E9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65A7-EB25-E4BA-709C-E71DB7DC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F52D1-1A98-449D-CCE5-0B7324E3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CFFD2-5EFF-7299-A532-15FBA3E4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597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6A61-8425-1D6B-F561-53547EEA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CD2D5-E859-771C-DE4C-32AE1F49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2B93F-D701-3AEE-A95D-2AC4C0E0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E6DE4-5D34-0A55-C5DA-D84C07F2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1FC76-8CF4-1D34-F791-F93205C0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79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AD30-BE67-CDA9-66CE-4CE4312F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E9E07-F4CE-A5CD-BB9A-18B641E3F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3C7C2-8405-AA46-D90A-B5390260D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7B4B6-F466-0E48-BD5C-9E26B0C6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52F7C-126F-1D99-FC01-DE9B2F4E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A4705-B047-0CB9-EEFA-3B472964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2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5BA4-6D57-1891-71C3-1A8BECD8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A797A-5F6D-E8AA-FBCE-7F4222A32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30F12-2B9D-735C-682D-B3094AD24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85D0B-4943-CE59-5CE0-6A2D16C83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456DA-18D5-E770-179D-6921297E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73DEA-2041-ACEB-1FA0-DC77C345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C6F5B-CA30-490B-4385-5DC22BC8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76DB1-8DE3-F339-5CFC-0FB7DF8B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02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0D53-44D0-C0EF-B7A5-B528ED42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C9F3B-59C4-9868-0198-025BDDE3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01700-DDE7-5ADB-E871-AAB0405B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26D7B-8F0C-5ACE-C4B4-5B6FEF66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73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3A90F-5321-AE07-519F-C5098116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1F7D3-E781-B420-D879-AB3280FA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D12F8-F2A1-5B70-D2B7-9FF66D27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90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1D78-0D95-EAB1-B16D-2EBB0F99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8F0C6-C202-7B55-730F-6C341779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9D22C-BB24-E87E-0A8B-DFE0DE198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CE234-A09F-008F-6AB7-F165035A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5A6C6-E18F-6286-4F7C-39FF0644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03541-D8EE-BC54-6AE0-44010B06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26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A39B-0777-5D34-F061-2D69B2A5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84AF0-B600-C029-059E-15B3567D0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E9D66-D53F-958A-44A2-B7F435791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06766-1370-8AF8-B7CE-A0DE216F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B10CF-2D2D-B914-1B3A-93B679F8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9F5B8-58E2-A030-FCB7-D0A4744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91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3203-8F7F-36AE-581E-F799FAEB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D3EA7-F329-3A2D-A4F5-892ADED0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ED3-7429-BA49-9437-EEE90016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F1D8C-8BFF-0356-4848-1D30CAD3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A1776-486B-1AFD-65FB-C1348847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52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866F0-F1F2-63B3-A4BB-B6101F56B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EC50A-FD21-B01C-7C8C-F5C4ECE0F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3C3E-BC45-A14F-AF03-3769B751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9688-696F-C15F-FC7E-D50822E8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4BA84-77A1-7904-441A-C5C7134C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50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AA905-1DDC-A8F7-90ED-A4FD87F1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7AE2E-9088-B0AD-4044-775C346DF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98596-C7DF-FB3E-C41E-1635230C5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8195-E3D0-4F84-8A53-75B22D8F4D4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821D-B8CC-DBDA-F5BF-016237573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7CB27-BBA7-B5A9-BD46-573294913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A66FA-8F87-47D9-AD72-AB0AC466C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1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9194-4F14-53AB-9395-2814EEEAF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Chain of Thought Prompting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DDAAD-AF2A-0A07-3E6D-0CA28090E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Jyoti Pramanik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730D5-A414-D163-4EF6-3CD7538C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F4ED5-91E8-2DEC-621F-B4A36E194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agent is an intelligent system capable of perceiving its environment, making decision and taking action to achieve specific goals</a:t>
            </a:r>
          </a:p>
          <a:p>
            <a:r>
              <a:rPr lang="en-US" dirty="0"/>
              <a:t>Ai Agents moves beyond static rules or simple generation to reasoning, planning and acting</a:t>
            </a:r>
          </a:p>
          <a:p>
            <a:r>
              <a:rPr lang="en-US" dirty="0"/>
              <a:t>Env- Your Computer , The Internet or the Physical world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11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2475-6A0B-A444-5C7C-BC4634DE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A8CEF-8D3D-3145-573E-6DE7FD3D7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prompting strategy that directs the LLM Model to generates a series of intermediate steps before providing the final result.</a:t>
            </a:r>
          </a:p>
          <a:p>
            <a:r>
              <a:rPr lang="en-US" dirty="0"/>
              <a:t>The LLM Model is guided to think in steps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b="1" dirty="0"/>
              <a:t>Zero Shot </a:t>
            </a:r>
            <a:r>
              <a:rPr lang="en-US" b="1" dirty="0" err="1"/>
              <a:t>CoT</a:t>
            </a:r>
            <a:r>
              <a:rPr lang="en-US" b="1" dirty="0"/>
              <a:t> : </a:t>
            </a:r>
            <a:r>
              <a:rPr lang="en-US" dirty="0"/>
              <a:t>Include Instruction like ‘Lets think in steps one by one’ or ‘Think step by step’</a:t>
            </a:r>
          </a:p>
          <a:p>
            <a:pPr lvl="1"/>
            <a:r>
              <a:rPr lang="en-US" b="1" dirty="0"/>
              <a:t>Few Shot </a:t>
            </a:r>
            <a:r>
              <a:rPr lang="en-US" b="1" dirty="0" err="1"/>
              <a:t>CoT</a:t>
            </a:r>
            <a:r>
              <a:rPr lang="en-US" b="1" dirty="0"/>
              <a:t> : </a:t>
            </a:r>
            <a:r>
              <a:rPr lang="en-US" dirty="0"/>
              <a:t>Provide Examples in the prompt showing the problem , the step by step reasoning and the result expected.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F9BE-C831-0594-1633-95101B03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8048F-F525-49A6-4475-0EB6147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performance</a:t>
            </a:r>
          </a:p>
          <a:p>
            <a:r>
              <a:rPr lang="en-US" dirty="0"/>
              <a:t>Interpretability </a:t>
            </a:r>
          </a:p>
          <a:p>
            <a:r>
              <a:rPr lang="en-US" dirty="0"/>
              <a:t>Trust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24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F0CF-CC10-A1DF-327A-A30248F3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Component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30D8-D551-4E78-A887-844703E5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: Brain</a:t>
            </a:r>
          </a:p>
          <a:p>
            <a:r>
              <a:rPr lang="en-US" dirty="0"/>
              <a:t>Tools : External Functions/API/Resources [Search Web, Query DB etc.]</a:t>
            </a:r>
          </a:p>
          <a:p>
            <a:r>
              <a:rPr lang="en-US" dirty="0"/>
              <a:t>Instructions </a:t>
            </a:r>
          </a:p>
          <a:p>
            <a:r>
              <a:rPr lang="en-US" dirty="0"/>
              <a:t>Memory [ Current Context or Historical Interactions ]</a:t>
            </a:r>
          </a:p>
          <a:p>
            <a:r>
              <a:rPr lang="en-US" dirty="0"/>
              <a:t>RUNTIME/Orchestration Layer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73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67F8-C5AB-431E-3740-19363EDA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C5DA06-1288-84A2-199C-D10002E55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239844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910770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1793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Standalone LLMs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Agents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8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Have problem with complex and multi-step tasks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Integrates with LLM reasoning with tools and planning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6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Struggles with task those require planning and reasoning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execution of complex workflows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14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Have issues accessing external and real time information or tools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 action in real </a:t>
                      </a:r>
                      <a:r>
                        <a:rPr lang="en-US" dirty="0" err="1"/>
                        <a:t>workd</a:t>
                      </a:r>
                      <a:r>
                        <a:rPr lang="en-US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948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30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219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Chain of Thought Prompting</vt:lpstr>
      <vt:lpstr>AI Agent</vt:lpstr>
      <vt:lpstr>Definition</vt:lpstr>
      <vt:lpstr>Benefits</vt:lpstr>
      <vt:lpstr>Ai Agent Component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JP Pramanik</dc:creator>
  <cp:lastModifiedBy>JP Pramanik</cp:lastModifiedBy>
  <cp:revision>1</cp:revision>
  <dcterms:created xsi:type="dcterms:W3CDTF">2026-03-22T05:16:10Z</dcterms:created>
  <dcterms:modified xsi:type="dcterms:W3CDTF">2026-03-22T06:07:03Z</dcterms:modified>
</cp:coreProperties>
</file>